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6" r:id="rId3"/>
    <p:sldId id="267" r:id="rId4"/>
    <p:sldId id="268" r:id="rId5"/>
    <p:sldId id="269" r:id="rId6"/>
    <p:sldId id="270" r:id="rId7"/>
    <p:sldId id="271" r:id="rId8"/>
    <p:sldId id="272" r:id="rId9"/>
    <p:sldId id="273" r:id="rId10"/>
    <p:sldId id="27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F98D9E-276F-4598-B046-0FE2EA3DBBA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E77DB99-A292-44D3-B35B-4933963C1980}">
      <dgm:prSet/>
      <dgm:spPr/>
      <dgm:t>
        <a:bodyPr/>
        <a:lstStyle/>
        <a:p>
          <a:r>
            <a:rPr lang="en-IN"/>
            <a:t>Team Members </a:t>
          </a:r>
          <a:endParaRPr lang="en-US"/>
        </a:p>
      </dgm:t>
    </dgm:pt>
    <dgm:pt modelId="{56BBB01A-4233-4743-9BA9-BCCAAE4C64A4}" type="parTrans" cxnId="{5FA28359-B1CC-4AD1-A9DC-1A1661B00686}">
      <dgm:prSet/>
      <dgm:spPr/>
      <dgm:t>
        <a:bodyPr/>
        <a:lstStyle/>
        <a:p>
          <a:endParaRPr lang="en-US"/>
        </a:p>
      </dgm:t>
    </dgm:pt>
    <dgm:pt modelId="{6F219FA6-5716-474D-8141-D41C3BE20078}" type="sibTrans" cxnId="{5FA28359-B1CC-4AD1-A9DC-1A1661B00686}">
      <dgm:prSet/>
      <dgm:spPr/>
      <dgm:t>
        <a:bodyPr/>
        <a:lstStyle/>
        <a:p>
          <a:endParaRPr lang="en-US"/>
        </a:p>
      </dgm:t>
    </dgm:pt>
    <dgm:pt modelId="{60F1E945-468E-477F-8B56-1973B14D81E3}">
      <dgm:prSet/>
      <dgm:spPr/>
      <dgm:t>
        <a:bodyPr/>
        <a:lstStyle/>
        <a:p>
          <a:r>
            <a:rPr lang="en-US"/>
            <a:t>B.Kalyani.                      -25A31A04D1</a:t>
          </a:r>
        </a:p>
      </dgm:t>
    </dgm:pt>
    <dgm:pt modelId="{10290095-FE04-415B-90D3-93D2B259F97A}" type="parTrans" cxnId="{7AC56BB2-DAA1-4174-A313-F52DD91F3001}">
      <dgm:prSet/>
      <dgm:spPr/>
      <dgm:t>
        <a:bodyPr/>
        <a:lstStyle/>
        <a:p>
          <a:endParaRPr lang="en-US"/>
        </a:p>
      </dgm:t>
    </dgm:pt>
    <dgm:pt modelId="{CB8639F6-18C9-43EF-980C-36B7E53E7995}" type="sibTrans" cxnId="{7AC56BB2-DAA1-4174-A313-F52DD91F3001}">
      <dgm:prSet/>
      <dgm:spPr/>
      <dgm:t>
        <a:bodyPr/>
        <a:lstStyle/>
        <a:p>
          <a:endParaRPr lang="en-US"/>
        </a:p>
      </dgm:t>
    </dgm:pt>
    <dgm:pt modelId="{C98E52F2-ADD8-4ED0-AC70-708D84655C69}">
      <dgm:prSet/>
      <dgm:spPr/>
      <dgm:t>
        <a:bodyPr/>
        <a:lstStyle/>
        <a:p>
          <a:r>
            <a:rPr lang="en-US"/>
            <a:t>B.H.S.Sri Lakshmi.       -25A31A04D2</a:t>
          </a:r>
        </a:p>
      </dgm:t>
    </dgm:pt>
    <dgm:pt modelId="{41002F37-E859-4CAE-9F74-A20F9BB5AEA6}" type="parTrans" cxnId="{AB3AEAA0-A05B-4B1E-9A50-64162B9EF2F9}">
      <dgm:prSet/>
      <dgm:spPr/>
      <dgm:t>
        <a:bodyPr/>
        <a:lstStyle/>
        <a:p>
          <a:endParaRPr lang="en-US"/>
        </a:p>
      </dgm:t>
    </dgm:pt>
    <dgm:pt modelId="{7B3E7D68-7085-4C15-BEF3-4D2D275D63C0}" type="sibTrans" cxnId="{AB3AEAA0-A05B-4B1E-9A50-64162B9EF2F9}">
      <dgm:prSet/>
      <dgm:spPr/>
      <dgm:t>
        <a:bodyPr/>
        <a:lstStyle/>
        <a:p>
          <a:endParaRPr lang="en-US"/>
        </a:p>
      </dgm:t>
    </dgm:pt>
    <dgm:pt modelId="{C5901782-EA31-40FE-A5E0-52976618706C}">
      <dgm:prSet/>
      <dgm:spPr/>
      <dgm:t>
        <a:bodyPr/>
        <a:lstStyle/>
        <a:p>
          <a:r>
            <a:rPr lang="en-US"/>
            <a:t>B.S.V.Sai Surya.           -25A31A04G2</a:t>
          </a:r>
        </a:p>
      </dgm:t>
    </dgm:pt>
    <dgm:pt modelId="{24D6CF15-0AC3-414E-B7B6-6DF766FC182E}" type="parTrans" cxnId="{DE0D9D4F-52A8-46C4-BA8A-CC03F8FEEF5E}">
      <dgm:prSet/>
      <dgm:spPr/>
      <dgm:t>
        <a:bodyPr/>
        <a:lstStyle/>
        <a:p>
          <a:endParaRPr lang="en-US"/>
        </a:p>
      </dgm:t>
    </dgm:pt>
    <dgm:pt modelId="{F917688E-BF31-4927-839A-46F242595BB2}" type="sibTrans" cxnId="{DE0D9D4F-52A8-46C4-BA8A-CC03F8FEEF5E}">
      <dgm:prSet/>
      <dgm:spPr/>
      <dgm:t>
        <a:bodyPr/>
        <a:lstStyle/>
        <a:p>
          <a:endParaRPr lang="en-US"/>
        </a:p>
      </dgm:t>
    </dgm:pt>
    <dgm:pt modelId="{A7A27927-328F-4738-8857-77FAF9A1453A}">
      <dgm:prSet/>
      <dgm:spPr/>
      <dgm:t>
        <a:bodyPr/>
        <a:lstStyle/>
        <a:p>
          <a:r>
            <a:rPr lang="en-US"/>
            <a:t>CH.Murali Krishna.     -25A31A04G3</a:t>
          </a:r>
        </a:p>
      </dgm:t>
    </dgm:pt>
    <dgm:pt modelId="{4ACFC29D-F0D3-4FD6-88F7-8AD3FCEC5D8C}" type="parTrans" cxnId="{97858BE6-4AA8-4DB8-9B1B-5BD7874D0FD3}">
      <dgm:prSet/>
      <dgm:spPr/>
      <dgm:t>
        <a:bodyPr/>
        <a:lstStyle/>
        <a:p>
          <a:endParaRPr lang="en-US"/>
        </a:p>
      </dgm:t>
    </dgm:pt>
    <dgm:pt modelId="{CE62A4B4-4D11-4239-8EC5-C4C06995BD33}" type="sibTrans" cxnId="{97858BE6-4AA8-4DB8-9B1B-5BD7874D0FD3}">
      <dgm:prSet/>
      <dgm:spPr/>
      <dgm:t>
        <a:bodyPr/>
        <a:lstStyle/>
        <a:p>
          <a:endParaRPr lang="en-US"/>
        </a:p>
      </dgm:t>
    </dgm:pt>
    <dgm:pt modelId="{FE866644-1883-6144-89EA-5EBBE182E0D8}" type="pres">
      <dgm:prSet presAssocID="{20F98D9E-276F-4598-B046-0FE2EA3DBBAB}" presName="linear" presStyleCnt="0">
        <dgm:presLayoutVars>
          <dgm:animLvl val="lvl"/>
          <dgm:resizeHandles val="exact"/>
        </dgm:presLayoutVars>
      </dgm:prSet>
      <dgm:spPr/>
    </dgm:pt>
    <dgm:pt modelId="{75991495-C522-724A-9ECA-10D4901B95ED}" type="pres">
      <dgm:prSet presAssocID="{7E77DB99-A292-44D3-B35B-4933963C1980}" presName="parentText" presStyleLbl="node1" presStyleIdx="0" presStyleCnt="5">
        <dgm:presLayoutVars>
          <dgm:chMax val="0"/>
          <dgm:bulletEnabled val="1"/>
        </dgm:presLayoutVars>
      </dgm:prSet>
      <dgm:spPr/>
    </dgm:pt>
    <dgm:pt modelId="{D4561CD8-A8CB-214D-AF88-3C672DD2A171}" type="pres">
      <dgm:prSet presAssocID="{6F219FA6-5716-474D-8141-D41C3BE20078}" presName="spacer" presStyleCnt="0"/>
      <dgm:spPr/>
    </dgm:pt>
    <dgm:pt modelId="{7AC65F7C-BEB5-BB46-A0D6-F4E7FB578DBE}" type="pres">
      <dgm:prSet presAssocID="{60F1E945-468E-477F-8B56-1973B14D81E3}" presName="parentText" presStyleLbl="node1" presStyleIdx="1" presStyleCnt="5">
        <dgm:presLayoutVars>
          <dgm:chMax val="0"/>
          <dgm:bulletEnabled val="1"/>
        </dgm:presLayoutVars>
      </dgm:prSet>
      <dgm:spPr/>
    </dgm:pt>
    <dgm:pt modelId="{E8B76A79-EF43-0644-904F-DA08DF05E867}" type="pres">
      <dgm:prSet presAssocID="{CB8639F6-18C9-43EF-980C-36B7E53E7995}" presName="spacer" presStyleCnt="0"/>
      <dgm:spPr/>
    </dgm:pt>
    <dgm:pt modelId="{C0B484AD-7F9D-1B4F-B059-04242D298E40}" type="pres">
      <dgm:prSet presAssocID="{C98E52F2-ADD8-4ED0-AC70-708D84655C69}" presName="parentText" presStyleLbl="node1" presStyleIdx="2" presStyleCnt="5">
        <dgm:presLayoutVars>
          <dgm:chMax val="0"/>
          <dgm:bulletEnabled val="1"/>
        </dgm:presLayoutVars>
      </dgm:prSet>
      <dgm:spPr/>
    </dgm:pt>
    <dgm:pt modelId="{0CD21AC7-4634-284D-BFC1-7FFA677A4359}" type="pres">
      <dgm:prSet presAssocID="{7B3E7D68-7085-4C15-BEF3-4D2D275D63C0}" presName="spacer" presStyleCnt="0"/>
      <dgm:spPr/>
    </dgm:pt>
    <dgm:pt modelId="{E97ECC11-B91B-6944-9344-4C08E692D1A0}" type="pres">
      <dgm:prSet presAssocID="{C5901782-EA31-40FE-A5E0-52976618706C}" presName="parentText" presStyleLbl="node1" presStyleIdx="3" presStyleCnt="5">
        <dgm:presLayoutVars>
          <dgm:chMax val="0"/>
          <dgm:bulletEnabled val="1"/>
        </dgm:presLayoutVars>
      </dgm:prSet>
      <dgm:spPr/>
    </dgm:pt>
    <dgm:pt modelId="{7CD88BE6-702A-E14B-8E1D-AEC17BE1BCD9}" type="pres">
      <dgm:prSet presAssocID="{F917688E-BF31-4927-839A-46F242595BB2}" presName="spacer" presStyleCnt="0"/>
      <dgm:spPr/>
    </dgm:pt>
    <dgm:pt modelId="{B674C83C-98D8-BA4D-9914-6F809907F6B9}" type="pres">
      <dgm:prSet presAssocID="{A7A27927-328F-4738-8857-77FAF9A1453A}" presName="parentText" presStyleLbl="node1" presStyleIdx="4" presStyleCnt="5">
        <dgm:presLayoutVars>
          <dgm:chMax val="0"/>
          <dgm:bulletEnabled val="1"/>
        </dgm:presLayoutVars>
      </dgm:prSet>
      <dgm:spPr/>
    </dgm:pt>
  </dgm:ptLst>
  <dgm:cxnLst>
    <dgm:cxn modelId="{18F5303F-5575-0A43-991B-FC05A21D1D6F}" type="presOf" srcId="{20F98D9E-276F-4598-B046-0FE2EA3DBBAB}" destId="{FE866644-1883-6144-89EA-5EBBE182E0D8}" srcOrd="0" destOrd="0" presId="urn:microsoft.com/office/officeart/2005/8/layout/vList2"/>
    <dgm:cxn modelId="{DE0D9D4F-52A8-46C4-BA8A-CC03F8FEEF5E}" srcId="{20F98D9E-276F-4598-B046-0FE2EA3DBBAB}" destId="{C5901782-EA31-40FE-A5E0-52976618706C}" srcOrd="3" destOrd="0" parTransId="{24D6CF15-0AC3-414E-B7B6-6DF766FC182E}" sibTransId="{F917688E-BF31-4927-839A-46F242595BB2}"/>
    <dgm:cxn modelId="{5FA28359-B1CC-4AD1-A9DC-1A1661B00686}" srcId="{20F98D9E-276F-4598-B046-0FE2EA3DBBAB}" destId="{7E77DB99-A292-44D3-B35B-4933963C1980}" srcOrd="0" destOrd="0" parTransId="{56BBB01A-4233-4743-9BA9-BCCAAE4C64A4}" sibTransId="{6F219FA6-5716-474D-8141-D41C3BE20078}"/>
    <dgm:cxn modelId="{FBF7B98A-02B9-6F4B-BA93-D9BB69F266A1}" type="presOf" srcId="{7E77DB99-A292-44D3-B35B-4933963C1980}" destId="{75991495-C522-724A-9ECA-10D4901B95ED}" srcOrd="0" destOrd="0" presId="urn:microsoft.com/office/officeart/2005/8/layout/vList2"/>
    <dgm:cxn modelId="{AB3AEAA0-A05B-4B1E-9A50-64162B9EF2F9}" srcId="{20F98D9E-276F-4598-B046-0FE2EA3DBBAB}" destId="{C98E52F2-ADD8-4ED0-AC70-708D84655C69}" srcOrd="2" destOrd="0" parTransId="{41002F37-E859-4CAE-9F74-A20F9BB5AEA6}" sibTransId="{7B3E7D68-7085-4C15-BEF3-4D2D275D63C0}"/>
    <dgm:cxn modelId="{8C5917A6-C40F-1C40-81ED-584BEAE9D062}" type="presOf" srcId="{C98E52F2-ADD8-4ED0-AC70-708D84655C69}" destId="{C0B484AD-7F9D-1B4F-B059-04242D298E40}" srcOrd="0" destOrd="0" presId="urn:microsoft.com/office/officeart/2005/8/layout/vList2"/>
    <dgm:cxn modelId="{8AB7ADAF-B9A4-1544-9490-FB74D61A9BE1}" type="presOf" srcId="{C5901782-EA31-40FE-A5E0-52976618706C}" destId="{E97ECC11-B91B-6944-9344-4C08E692D1A0}" srcOrd="0" destOrd="0" presId="urn:microsoft.com/office/officeart/2005/8/layout/vList2"/>
    <dgm:cxn modelId="{7AC56BB2-DAA1-4174-A313-F52DD91F3001}" srcId="{20F98D9E-276F-4598-B046-0FE2EA3DBBAB}" destId="{60F1E945-468E-477F-8B56-1973B14D81E3}" srcOrd="1" destOrd="0" parTransId="{10290095-FE04-415B-90D3-93D2B259F97A}" sibTransId="{CB8639F6-18C9-43EF-980C-36B7E53E7995}"/>
    <dgm:cxn modelId="{DBA87DB4-B95A-9C46-A185-D5CA5C066655}" type="presOf" srcId="{60F1E945-468E-477F-8B56-1973B14D81E3}" destId="{7AC65F7C-BEB5-BB46-A0D6-F4E7FB578DBE}" srcOrd="0" destOrd="0" presId="urn:microsoft.com/office/officeart/2005/8/layout/vList2"/>
    <dgm:cxn modelId="{97858BE6-4AA8-4DB8-9B1B-5BD7874D0FD3}" srcId="{20F98D9E-276F-4598-B046-0FE2EA3DBBAB}" destId="{A7A27927-328F-4738-8857-77FAF9A1453A}" srcOrd="4" destOrd="0" parTransId="{4ACFC29D-F0D3-4FD6-88F7-8AD3FCEC5D8C}" sibTransId="{CE62A4B4-4D11-4239-8EC5-C4C06995BD33}"/>
    <dgm:cxn modelId="{8C7E51FC-ADE9-FE4B-B8E4-E28D791E3722}" type="presOf" srcId="{A7A27927-328F-4738-8857-77FAF9A1453A}" destId="{B674C83C-98D8-BA4D-9914-6F809907F6B9}" srcOrd="0" destOrd="0" presId="urn:microsoft.com/office/officeart/2005/8/layout/vList2"/>
    <dgm:cxn modelId="{EF9C078D-549E-684C-BDE9-8D101752DE34}" type="presParOf" srcId="{FE866644-1883-6144-89EA-5EBBE182E0D8}" destId="{75991495-C522-724A-9ECA-10D4901B95ED}" srcOrd="0" destOrd="0" presId="urn:microsoft.com/office/officeart/2005/8/layout/vList2"/>
    <dgm:cxn modelId="{57A6D3BA-EB01-9D47-8637-03D4CB051558}" type="presParOf" srcId="{FE866644-1883-6144-89EA-5EBBE182E0D8}" destId="{D4561CD8-A8CB-214D-AF88-3C672DD2A171}" srcOrd="1" destOrd="0" presId="urn:microsoft.com/office/officeart/2005/8/layout/vList2"/>
    <dgm:cxn modelId="{FD5B39AE-F76A-614F-8622-313DB6BD1045}" type="presParOf" srcId="{FE866644-1883-6144-89EA-5EBBE182E0D8}" destId="{7AC65F7C-BEB5-BB46-A0D6-F4E7FB578DBE}" srcOrd="2" destOrd="0" presId="urn:microsoft.com/office/officeart/2005/8/layout/vList2"/>
    <dgm:cxn modelId="{0FC6B95E-722E-DF42-98F0-FDB0838FD70F}" type="presParOf" srcId="{FE866644-1883-6144-89EA-5EBBE182E0D8}" destId="{E8B76A79-EF43-0644-904F-DA08DF05E867}" srcOrd="3" destOrd="0" presId="urn:microsoft.com/office/officeart/2005/8/layout/vList2"/>
    <dgm:cxn modelId="{C3DC70AD-A0F3-1143-AC7C-112FEAD2B452}" type="presParOf" srcId="{FE866644-1883-6144-89EA-5EBBE182E0D8}" destId="{C0B484AD-7F9D-1B4F-B059-04242D298E40}" srcOrd="4" destOrd="0" presId="urn:microsoft.com/office/officeart/2005/8/layout/vList2"/>
    <dgm:cxn modelId="{C1AFC01C-1A25-8848-888A-140F29FE3A12}" type="presParOf" srcId="{FE866644-1883-6144-89EA-5EBBE182E0D8}" destId="{0CD21AC7-4634-284D-BFC1-7FFA677A4359}" srcOrd="5" destOrd="0" presId="urn:microsoft.com/office/officeart/2005/8/layout/vList2"/>
    <dgm:cxn modelId="{FF249817-C601-9D47-A27C-BFD57FB86C50}" type="presParOf" srcId="{FE866644-1883-6144-89EA-5EBBE182E0D8}" destId="{E97ECC11-B91B-6944-9344-4C08E692D1A0}" srcOrd="6" destOrd="0" presId="urn:microsoft.com/office/officeart/2005/8/layout/vList2"/>
    <dgm:cxn modelId="{EDD28DEC-B098-D64B-A955-52C2124C239B}" type="presParOf" srcId="{FE866644-1883-6144-89EA-5EBBE182E0D8}" destId="{7CD88BE6-702A-E14B-8E1D-AEC17BE1BCD9}" srcOrd="7" destOrd="0" presId="urn:microsoft.com/office/officeart/2005/8/layout/vList2"/>
    <dgm:cxn modelId="{6C3EABC8-81BA-4146-97B6-5299F0A659DA}" type="presParOf" srcId="{FE866644-1883-6144-89EA-5EBBE182E0D8}" destId="{B674C83C-98D8-BA4D-9914-6F809907F6B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991495-C522-724A-9ECA-10D4901B95ED}">
      <dsp:nvSpPr>
        <dsp:cNvPr id="0" name=""/>
        <dsp:cNvSpPr/>
      </dsp:nvSpPr>
      <dsp:spPr>
        <a:xfrm>
          <a:off x="0" y="855920"/>
          <a:ext cx="6949440" cy="743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t>Team Members </a:t>
          </a:r>
          <a:endParaRPr lang="en-US" sz="3100" kern="1200"/>
        </a:p>
      </dsp:txBody>
      <dsp:txXfrm>
        <a:off x="36296" y="892216"/>
        <a:ext cx="6876848" cy="670943"/>
      </dsp:txXfrm>
    </dsp:sp>
    <dsp:sp modelId="{7AC65F7C-BEB5-BB46-A0D6-F4E7FB578DBE}">
      <dsp:nvSpPr>
        <dsp:cNvPr id="0" name=""/>
        <dsp:cNvSpPr/>
      </dsp:nvSpPr>
      <dsp:spPr>
        <a:xfrm>
          <a:off x="0" y="1688735"/>
          <a:ext cx="6949440" cy="743535"/>
        </a:xfrm>
        <a:prstGeom prst="roundRect">
          <a:avLst/>
        </a:prstGeom>
        <a:solidFill>
          <a:schemeClr val="accent2">
            <a:hueOff val="-260332"/>
            <a:satOff val="-5408"/>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B.Kalyani.                      -25A31A04D1</a:t>
          </a:r>
        </a:p>
      </dsp:txBody>
      <dsp:txXfrm>
        <a:off x="36296" y="1725031"/>
        <a:ext cx="6876848" cy="670943"/>
      </dsp:txXfrm>
    </dsp:sp>
    <dsp:sp modelId="{C0B484AD-7F9D-1B4F-B059-04242D298E40}">
      <dsp:nvSpPr>
        <dsp:cNvPr id="0" name=""/>
        <dsp:cNvSpPr/>
      </dsp:nvSpPr>
      <dsp:spPr>
        <a:xfrm>
          <a:off x="0" y="2521551"/>
          <a:ext cx="6949440" cy="743535"/>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B.H.S.Sri Lakshmi.       -25A31A04D2</a:t>
          </a:r>
        </a:p>
      </dsp:txBody>
      <dsp:txXfrm>
        <a:off x="36296" y="2557847"/>
        <a:ext cx="6876848" cy="670943"/>
      </dsp:txXfrm>
    </dsp:sp>
    <dsp:sp modelId="{E97ECC11-B91B-6944-9344-4C08E692D1A0}">
      <dsp:nvSpPr>
        <dsp:cNvPr id="0" name=""/>
        <dsp:cNvSpPr/>
      </dsp:nvSpPr>
      <dsp:spPr>
        <a:xfrm>
          <a:off x="0" y="3354365"/>
          <a:ext cx="6949440" cy="743535"/>
        </a:xfrm>
        <a:prstGeom prst="roundRect">
          <a:avLst/>
        </a:prstGeom>
        <a:solidFill>
          <a:schemeClr val="accent2">
            <a:hueOff val="-780997"/>
            <a:satOff val="-16223"/>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B.S.V.Sai Surya.           -25A31A04G2</a:t>
          </a:r>
        </a:p>
      </dsp:txBody>
      <dsp:txXfrm>
        <a:off x="36296" y="3390661"/>
        <a:ext cx="6876848" cy="670943"/>
      </dsp:txXfrm>
    </dsp:sp>
    <dsp:sp modelId="{B674C83C-98D8-BA4D-9914-6F809907F6B9}">
      <dsp:nvSpPr>
        <dsp:cNvPr id="0" name=""/>
        <dsp:cNvSpPr/>
      </dsp:nvSpPr>
      <dsp:spPr>
        <a:xfrm>
          <a:off x="0" y="4187181"/>
          <a:ext cx="6949440" cy="743535"/>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CH.Murali Krishna.     -25A31A04G3</a:t>
          </a:r>
        </a:p>
      </dsp:txBody>
      <dsp:txXfrm>
        <a:off x="36296" y="4223477"/>
        <a:ext cx="6876848"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3859286"/>
      </p:ext>
    </p:extLst>
  </p:cSld>
  <p:clrMapOvr>
    <a:masterClrMapping/>
  </p:clrMapOvr>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547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4369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0173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5003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5191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7873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7999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005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5307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7634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1569096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187F7A-920C-B377-65E8-1CF4CBCE3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09599" y="5293849"/>
            <a:ext cx="7202558" cy="1178688"/>
          </a:xfrm>
        </p:spPr>
        <p:txBody>
          <a:bodyPr anchor="ctr">
            <a:normAutofit/>
          </a:bodyPr>
          <a:lstStyle/>
          <a:p>
            <a:pPr algn="l"/>
            <a:r>
              <a:rPr lang="en-US" sz="3700" dirty="0"/>
              <a:t>INVENTORY MANAGEMENT SYSTEM (C PROGRAM)</a:t>
            </a:r>
          </a:p>
        </p:txBody>
      </p:sp>
      <p:pic>
        <p:nvPicPr>
          <p:cNvPr id="3" name="Picture 2">
            <a:extLst>
              <a:ext uri="{FF2B5EF4-FFF2-40B4-BE49-F238E27FC236}">
                <a16:creationId xmlns:a16="http://schemas.microsoft.com/office/drawing/2014/main" id="{5D8F1A4D-A9EF-2FF6-348D-CA984D95D860}"/>
              </a:ext>
            </a:extLst>
          </p:cNvPr>
          <p:cNvPicPr>
            <a:picLocks noChangeAspect="1"/>
          </p:cNvPicPr>
          <p:nvPr/>
        </p:nvPicPr>
        <p:blipFill>
          <a:blip r:embed="rId2"/>
          <a:srcRect t="19848" r="-2" b="19747"/>
          <a:stretch>
            <a:fillRect/>
          </a:stretch>
        </p:blipFill>
        <p:spPr>
          <a:xfrm>
            <a:off x="20" y="10"/>
            <a:ext cx="12191980" cy="4908375"/>
          </a:xfrm>
          <a:prstGeom prst="rect">
            <a:avLst/>
          </a:prstGeom>
        </p:spPr>
      </p:pic>
    </p:spTree>
    <p:extLst>
      <p:ext uri="{BB962C8B-B14F-4D97-AF65-F5344CB8AC3E}">
        <p14:creationId xmlns:p14="http://schemas.microsoft.com/office/powerpoint/2010/main" val="3427537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sz="3300" dirty="0"/>
              <a:t>INTRODUCTION </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Inventory Management System is a menu-driven application developed using C programming language.This program helps in maintaining product details such as product ID, product name, quantity, and price in an organized manner.</a:t>
            </a:r>
          </a:p>
          <a:p>
            <a:endParaRPr lang="en-US" sz="1800"/>
          </a:p>
        </p:txBody>
      </p:sp>
      <p:pic>
        <p:nvPicPr>
          <p:cNvPr id="6" name="Picture 5" descr="Person watching empty phone">
            <a:extLst>
              <a:ext uri="{FF2B5EF4-FFF2-40B4-BE49-F238E27FC236}">
                <a16:creationId xmlns:a16="http://schemas.microsoft.com/office/drawing/2014/main" id="{A6E153EC-7ED2-5670-FFE0-D37C5B644A7E}"/>
              </a:ext>
            </a:extLst>
          </p:cNvPr>
          <p:cNvPicPr>
            <a:picLocks noChangeAspect="1"/>
          </p:cNvPicPr>
          <p:nvPr/>
        </p:nvPicPr>
        <p:blipFill>
          <a:blip r:embed="rId2"/>
          <a:srcRect l="27648" r="-10" b="-10"/>
          <a:stretch>
            <a:fillRect/>
          </a:stretch>
        </p:blipFill>
        <p:spPr>
          <a:xfrm>
            <a:off x="4752550" y="10"/>
            <a:ext cx="7439450" cy="6857990"/>
          </a:xfrm>
          <a:prstGeom prst="rect">
            <a:avLst/>
          </a:prstGeom>
        </p:spPr>
      </p:pic>
    </p:spTree>
    <p:extLst>
      <p:ext uri="{BB962C8B-B14F-4D97-AF65-F5344CB8AC3E}">
        <p14:creationId xmlns:p14="http://schemas.microsoft.com/office/powerpoint/2010/main" val="1032559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endParaRP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This program is designed to manage product information efficiently and reduce manual work.The system stores product details in a structured format.</a:t>
            </a:r>
          </a:p>
          <a:p>
            <a:pPr lvl="0"/>
            <a:r>
              <a:rPr lang="en-US" sz="1800"/>
              <a:t>Inventory management is an important task for any shop or business.</a:t>
            </a:r>
          </a:p>
          <a:p>
            <a:endParaRPr lang="en-US" sz="1800"/>
          </a:p>
        </p:txBody>
      </p:sp>
      <p:pic>
        <p:nvPicPr>
          <p:cNvPr id="6" name="Picture 5" descr="Cardboard boxes on conveyor belt">
            <a:extLst>
              <a:ext uri="{FF2B5EF4-FFF2-40B4-BE49-F238E27FC236}">
                <a16:creationId xmlns:a16="http://schemas.microsoft.com/office/drawing/2014/main" id="{0B5EFF91-A377-481A-1499-2996CCF52DF4}"/>
              </a:ext>
            </a:extLst>
          </p:cNvPr>
          <p:cNvPicPr>
            <a:picLocks noChangeAspect="1"/>
          </p:cNvPicPr>
          <p:nvPr/>
        </p:nvPicPr>
        <p:blipFill>
          <a:blip r:embed="rId2"/>
          <a:srcRect l="18501" r="9195"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201422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endParaRP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The program allows the user to perform different operations through a menu.It is suitable for small stores to keep track of available stock and sales</a:t>
            </a:r>
          </a:p>
          <a:p>
            <a:endParaRPr lang="en-US" sz="1800"/>
          </a:p>
        </p:txBody>
      </p:sp>
      <p:pic>
        <p:nvPicPr>
          <p:cNvPr id="6" name="Picture 5" descr="Computer script on a screen">
            <a:extLst>
              <a:ext uri="{FF2B5EF4-FFF2-40B4-BE49-F238E27FC236}">
                <a16:creationId xmlns:a16="http://schemas.microsoft.com/office/drawing/2014/main" id="{12134E8C-73BA-D61C-394B-063591AB2693}"/>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186225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7123007" y="603501"/>
            <a:ext cx="4361693" cy="1527049"/>
          </a:xfrm>
        </p:spPr>
        <p:txBody>
          <a:bodyPr anchor="b">
            <a:normAutofit/>
          </a:bodyPr>
          <a:lstStyle/>
          <a:p>
            <a:endParaRPr/>
          </a:p>
        </p:txBody>
      </p:sp>
      <p:pic>
        <p:nvPicPr>
          <p:cNvPr id="6" name="Picture 5" descr="Computer script on a screen">
            <a:extLst>
              <a:ext uri="{FF2B5EF4-FFF2-40B4-BE49-F238E27FC236}">
                <a16:creationId xmlns:a16="http://schemas.microsoft.com/office/drawing/2014/main" id="{B026C437-F0EE-5B28-FD0E-4A11B3A495CF}"/>
              </a:ext>
            </a:extLst>
          </p:cNvPr>
          <p:cNvPicPr>
            <a:picLocks noChangeAspect="1"/>
          </p:cNvPicPr>
          <p:nvPr/>
        </p:nvPicPr>
        <p:blipFill>
          <a:blip r:embed="rId2"/>
          <a:srcRect l="547" r="37511" b="-3"/>
          <a:stretch>
            <a:fillRect/>
          </a:stretch>
        </p:blipFill>
        <p:spPr>
          <a:xfrm>
            <a:off x="1" y="10"/>
            <a:ext cx="6373368" cy="6857990"/>
          </a:xfrm>
          <a:prstGeom prst="rect">
            <a:avLst/>
          </a:prstGeom>
        </p:spPr>
      </p:pic>
      <p:sp>
        <p:nvSpPr>
          <p:cNvPr id="3" name="Content Placeholder"/>
          <p:cNvSpPr>
            <a:spLocks noGrp="1"/>
          </p:cNvSpPr>
          <p:nvPr>
            <p:ph idx="1"/>
          </p:nvPr>
        </p:nvSpPr>
        <p:spPr>
          <a:xfrm>
            <a:off x="7123007" y="2212846"/>
            <a:ext cx="4361693" cy="4096514"/>
          </a:xfrm>
        </p:spPr>
        <p:txBody>
          <a:bodyPr>
            <a:normAutofit/>
          </a:bodyPr>
          <a:lstStyle/>
          <a:p>
            <a:pPr lvl="0"/>
            <a:r>
              <a:rPr lang="en-US" sz="1800"/>
              <a:t>The program runs continuously until the user selects the exit option.It improves understanding of basic programming concepts in CIt helps users easily add new products and view existing product information</a:t>
            </a:r>
          </a:p>
        </p:txBody>
      </p:sp>
    </p:spTree>
    <p:extLst>
      <p:ext uri="{BB962C8B-B14F-4D97-AF65-F5344CB8AC3E}">
        <p14:creationId xmlns:p14="http://schemas.microsoft.com/office/powerpoint/2010/main" val="164131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LOOPS USED IN THE CODE </a:t>
            </a:r>
          </a:p>
        </p:txBody>
      </p:sp>
      <p:sp>
        <p:nvSpPr>
          <p:cNvPr id="3" name="Content Placeholder"/>
          <p:cNvSpPr>
            <a:spLocks noGrp="1"/>
          </p:cNvSpPr>
          <p:nvPr>
            <p:ph idx="1"/>
          </p:nvPr>
        </p:nvSpPr>
        <p:spPr>
          <a:xfrm>
            <a:off x="612648" y="2212848"/>
            <a:ext cx="3553412" cy="4122420"/>
          </a:xfrm>
        </p:spPr>
        <p:txBody>
          <a:bodyPr>
            <a:normAutofit/>
          </a:bodyPr>
          <a:lstStyle/>
          <a:p>
            <a:pPr lvl="0">
              <a:lnSpc>
                <a:spcPct val="110000"/>
              </a:lnSpc>
            </a:pPr>
            <a:r>
              <a:rPr lang="en-US" sz="1500"/>
              <a:t>The do-while loop is used to display the menu repeatedly until the user chooses to exit the program.The for loop is used to traverse through the list of products for viewing, updating stock, selling products, and checking low stock.</a:t>
            </a:r>
          </a:p>
          <a:p>
            <a:pPr lvl="0">
              <a:lnSpc>
                <a:spcPct val="110000"/>
              </a:lnSpc>
            </a:pPr>
            <a:r>
              <a:rPr lang="en-US" sz="1500"/>
              <a:t>This program is to manage inventory in an easy and efficient way.It also helps students understand menu-driven programs and logical thinking in C.</a:t>
            </a:r>
          </a:p>
        </p:txBody>
      </p:sp>
      <p:pic>
        <p:nvPicPr>
          <p:cNvPr id="6" name="Picture 5" descr="Computer script on a screen">
            <a:extLst>
              <a:ext uri="{FF2B5EF4-FFF2-40B4-BE49-F238E27FC236}">
                <a16:creationId xmlns:a16="http://schemas.microsoft.com/office/drawing/2014/main" id="{4ACBD73E-E9F0-D48A-A995-219646E5522B}"/>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6470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sz="3300" dirty="0"/>
              <a:t>VARIABLES USED IN THE CODE </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Different variables are used to store product details, user input, and calculations.These variables help in controlling program flow, storing data, and generating the bill amount accurately.</a:t>
            </a:r>
          </a:p>
        </p:txBody>
      </p:sp>
      <p:pic>
        <p:nvPicPr>
          <p:cNvPr id="6" name="Picture 5" descr="Computer script on a screen">
            <a:extLst>
              <a:ext uri="{FF2B5EF4-FFF2-40B4-BE49-F238E27FC236}">
                <a16:creationId xmlns:a16="http://schemas.microsoft.com/office/drawing/2014/main" id="{37293AE0-200B-8658-068A-5775BF2E4EA5}"/>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1026649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sz="2800" dirty="0"/>
              <a:t>TOOLS AND CONCEPTS USED IN THE CODE </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Arrays are used to store multiple product records.Structures are used to group related data like ID, name, quantity, and price.Loops and switch-case statements are used to perform repeated and conditional operations.</a:t>
            </a:r>
          </a:p>
        </p:txBody>
      </p:sp>
      <p:pic>
        <p:nvPicPr>
          <p:cNvPr id="6" name="Picture 5" descr="Colourful maths learning objects">
            <a:extLst>
              <a:ext uri="{FF2B5EF4-FFF2-40B4-BE49-F238E27FC236}">
                <a16:creationId xmlns:a16="http://schemas.microsoft.com/office/drawing/2014/main" id="{7F36E468-2C31-EA87-D12C-EAFCFB7B23A2}"/>
              </a:ext>
            </a:extLst>
          </p:cNvPr>
          <p:cNvPicPr>
            <a:picLocks noChangeAspect="1"/>
          </p:cNvPicPr>
          <p:nvPr/>
        </p:nvPicPr>
        <p:blipFill>
          <a:blip r:embed="rId2"/>
          <a:srcRect l="8232" r="19406" b="-10"/>
          <a:stretch>
            <a:fillRect/>
          </a:stretch>
        </p:blipFill>
        <p:spPr>
          <a:xfrm>
            <a:off x="4752550" y="10"/>
            <a:ext cx="7439450" cy="6857990"/>
          </a:xfrm>
          <a:prstGeom prst="rect">
            <a:avLst/>
          </a:prstGeom>
        </p:spPr>
      </p:pic>
    </p:spTree>
    <p:extLst>
      <p:ext uri="{BB962C8B-B14F-4D97-AF65-F5344CB8AC3E}">
        <p14:creationId xmlns:p14="http://schemas.microsoft.com/office/powerpoint/2010/main" val="142460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CONCLUSION </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This Inventory Management System demonstrates the practical application of C programming.It is useful for learning structures, arrays, loops, and menu-driven programming concepts.</a:t>
            </a:r>
          </a:p>
        </p:txBody>
      </p:sp>
      <p:pic>
        <p:nvPicPr>
          <p:cNvPr id="8" name="Graphic 7" descr="Table">
            <a:extLst>
              <a:ext uri="{FF2B5EF4-FFF2-40B4-BE49-F238E27FC236}">
                <a16:creationId xmlns:a16="http://schemas.microsoft.com/office/drawing/2014/main" id="{C2B43D1F-AB41-A8DC-99BA-6A1155A1BA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953395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THANK YOU </a:t>
            </a:r>
          </a:p>
        </p:txBody>
      </p:sp>
      <p:graphicFrame>
        <p:nvGraphicFramePr>
          <p:cNvPr id="6" name="Content Placeholder">
            <a:extLst>
              <a:ext uri="{FF2B5EF4-FFF2-40B4-BE49-F238E27FC236}">
                <a16:creationId xmlns:a16="http://schemas.microsoft.com/office/drawing/2014/main" id="{3CE2373A-FA62-47D0-F16F-904713BE1ED8}"/>
              </a:ext>
            </a:extLst>
          </p:cNvPr>
          <p:cNvGraphicFramePr>
            <a:graphicFrameLocks noGrp="1"/>
          </p:cNvGraphicFramePr>
          <p:nvPr>
            <p:ph idx="1"/>
            <p:extLst>
              <p:ext uri="{D42A27DB-BD31-4B8C-83A1-F6EECF244321}">
                <p14:modId xmlns:p14="http://schemas.microsoft.com/office/powerpoint/2010/main" val="179386793"/>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102628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VanillaVTI</vt:lpstr>
      <vt:lpstr>INVENTORY MANAGEMENT SYSTEM (C PROGRAM)</vt:lpstr>
      <vt:lpstr>INTRODUCTION </vt:lpstr>
      <vt:lpstr>PowerPoint Presentation</vt:lpstr>
      <vt:lpstr>PowerPoint Presentation</vt:lpstr>
      <vt:lpstr>PowerPoint Presentation</vt:lpstr>
      <vt:lpstr>LOOPS USED IN THE CODE </vt:lpstr>
      <vt:lpstr>VARIABLES USED IN THE CODE </vt:lpstr>
      <vt:lpstr>TOOLS AND CONCEPTS USED IN THE CODE </vt:lpstr>
      <vt:lpstr>CONCLUSION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 SYSTEM (C PROGRAM)</dc:title>
  <dc:creator>Sai Surya boyi</dc:creator>
  <cp:lastModifiedBy>Sai Surya boyi</cp:lastModifiedBy>
  <cp:revision>3</cp:revision>
  <dcterms:created xsi:type="dcterms:W3CDTF">2025-12-22T13:46:54Z</dcterms:created>
  <dcterms:modified xsi:type="dcterms:W3CDTF">2025-12-22T14:26:17Z</dcterms:modified>
</cp:coreProperties>
</file>